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5D947-31F3-4655-A131-5A8C43FD992C}" v="39" dt="2025-06-25T18:41:09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ta Anonna" userId="3f717894f0550b55" providerId="LiveId" clId="{9435D947-31F3-4655-A131-5A8C43FD992C}"/>
    <pc:docChg chg="undo custSel delSld modSld">
      <pc:chgData name="Subita Anonna" userId="3f717894f0550b55" providerId="LiveId" clId="{9435D947-31F3-4655-A131-5A8C43FD992C}" dt="2025-06-25T18:41:38.039" v="102" actId="1076"/>
      <pc:docMkLst>
        <pc:docMk/>
      </pc:docMkLst>
      <pc:sldChg chg="addSp delSp mod">
        <pc:chgData name="Subita Anonna" userId="3f717894f0550b55" providerId="LiveId" clId="{9435D947-31F3-4655-A131-5A8C43FD992C}" dt="2025-06-25T14:17:26.446" v="4" actId="22"/>
        <pc:sldMkLst>
          <pc:docMk/>
          <pc:sldMk cId="3950596327" sldId="256"/>
        </pc:sldMkLst>
        <pc:picChg chg="add">
          <ac:chgData name="Subita Anonna" userId="3f717894f0550b55" providerId="LiveId" clId="{9435D947-31F3-4655-A131-5A8C43FD992C}" dt="2025-06-25T14:17:26.446" v="4" actId="22"/>
          <ac:picMkLst>
            <pc:docMk/>
            <pc:sldMk cId="3950596327" sldId="256"/>
            <ac:picMk id="3" creationId="{4C27107C-CBD9-DA6B-2166-38EE2538E28E}"/>
          </ac:picMkLst>
        </pc:picChg>
        <pc:picChg chg="del">
          <ac:chgData name="Subita Anonna" userId="3f717894f0550b55" providerId="LiveId" clId="{9435D947-31F3-4655-A131-5A8C43FD992C}" dt="2025-06-25T14:16:59.413" v="3" actId="478"/>
          <ac:picMkLst>
            <pc:docMk/>
            <pc:sldMk cId="3950596327" sldId="256"/>
            <ac:picMk id="5" creationId="{743A046B-59D8-B545-0AB2-D3EA05A61E14}"/>
          </ac:picMkLst>
        </pc:picChg>
      </pc:sldChg>
      <pc:sldChg chg="addSp delSp modSp mod modAnim">
        <pc:chgData name="Subita Anonna" userId="3f717894f0550b55" providerId="LiveId" clId="{9435D947-31F3-4655-A131-5A8C43FD992C}" dt="2025-06-25T15:10:36.175" v="22"/>
        <pc:sldMkLst>
          <pc:docMk/>
          <pc:sldMk cId="1304249460" sldId="257"/>
        </pc:sldMkLst>
        <pc:spChg chg="add mod">
          <ac:chgData name="Subita Anonna" userId="3f717894f0550b55" providerId="LiveId" clId="{9435D947-31F3-4655-A131-5A8C43FD992C}" dt="2025-06-25T14:28:51.569" v="14" actId="1076"/>
          <ac:spMkLst>
            <pc:docMk/>
            <pc:sldMk cId="1304249460" sldId="257"/>
            <ac:spMk id="2" creationId="{6D141FC0-6690-9B43-9F92-2DF2F01C1CC4}"/>
          </ac:spMkLst>
        </pc:spChg>
        <pc:spChg chg="add del mod">
          <ac:chgData name="Subita Anonna" userId="3f717894f0550b55" providerId="LiveId" clId="{9435D947-31F3-4655-A131-5A8C43FD992C}" dt="2025-06-25T15:10:36.175" v="22"/>
          <ac:spMkLst>
            <pc:docMk/>
            <pc:sldMk cId="1304249460" sldId="257"/>
            <ac:spMk id="3" creationId="{E20EEF1A-273E-1AE3-BE0F-0BABAB9DA578}"/>
          </ac:spMkLst>
        </pc:spChg>
        <pc:spChg chg="mod">
          <ac:chgData name="Subita Anonna" userId="3f717894f0550b55" providerId="LiveId" clId="{9435D947-31F3-4655-A131-5A8C43FD992C}" dt="2025-06-25T14:28:47.853" v="13" actId="1076"/>
          <ac:spMkLst>
            <pc:docMk/>
            <pc:sldMk cId="1304249460" sldId="257"/>
            <ac:spMk id="5" creationId="{AF256392-16A8-997B-1992-6116A8B6692B}"/>
          </ac:spMkLst>
        </pc:spChg>
        <pc:picChg chg="add mod">
          <ac:chgData name="Subita Anonna" userId="3f717894f0550b55" providerId="LiveId" clId="{9435D947-31F3-4655-A131-5A8C43FD992C}" dt="2025-06-25T15:10:28.971" v="20" actId="1076"/>
          <ac:picMkLst>
            <pc:docMk/>
            <pc:sldMk cId="1304249460" sldId="257"/>
            <ac:picMk id="4" creationId="{009DE4C7-ED2F-D980-0877-43F7980FC115}"/>
          </ac:picMkLst>
        </pc:picChg>
      </pc:sldChg>
      <pc:sldChg chg="addSp modSp mod modAnim">
        <pc:chgData name="Subita Anonna" userId="3f717894f0550b55" providerId="LiveId" clId="{9435D947-31F3-4655-A131-5A8C43FD992C}" dt="2025-06-25T15:12:00.924" v="30" actId="1035"/>
        <pc:sldMkLst>
          <pc:docMk/>
          <pc:sldMk cId="2428750851" sldId="258"/>
        </pc:sldMkLst>
        <pc:picChg chg="add mod">
          <ac:chgData name="Subita Anonna" userId="3f717894f0550b55" providerId="LiveId" clId="{9435D947-31F3-4655-A131-5A8C43FD992C}" dt="2025-06-25T15:12:00.924" v="30" actId="1035"/>
          <ac:picMkLst>
            <pc:docMk/>
            <pc:sldMk cId="2428750851" sldId="258"/>
            <ac:picMk id="2" creationId="{5E39AA1E-CDC1-1AD0-94A6-E4308DD97803}"/>
          </ac:picMkLst>
        </pc:picChg>
      </pc:sldChg>
      <pc:sldChg chg="addSp modSp mod modAnim">
        <pc:chgData name="Subita Anonna" userId="3f717894f0550b55" providerId="LiveId" clId="{9435D947-31F3-4655-A131-5A8C43FD992C}" dt="2025-06-25T15:12:54.037" v="33" actId="1076"/>
        <pc:sldMkLst>
          <pc:docMk/>
          <pc:sldMk cId="2052982461" sldId="259"/>
        </pc:sldMkLst>
        <pc:picChg chg="add mod">
          <ac:chgData name="Subita Anonna" userId="3f717894f0550b55" providerId="LiveId" clId="{9435D947-31F3-4655-A131-5A8C43FD992C}" dt="2025-06-25T15:12:54.037" v="33" actId="1076"/>
          <ac:picMkLst>
            <pc:docMk/>
            <pc:sldMk cId="2052982461" sldId="259"/>
            <ac:picMk id="3" creationId="{C415D1D4-A4C9-B262-A3CF-E923E11A393F}"/>
          </ac:picMkLst>
        </pc:picChg>
      </pc:sldChg>
      <pc:sldChg chg="addSp modSp mod modAnim">
        <pc:chgData name="Subita Anonna" userId="3f717894f0550b55" providerId="LiveId" clId="{9435D947-31F3-4655-A131-5A8C43FD992C}" dt="2025-06-25T15:13:40.955" v="36" actId="1076"/>
        <pc:sldMkLst>
          <pc:docMk/>
          <pc:sldMk cId="1186795252" sldId="260"/>
        </pc:sldMkLst>
        <pc:picChg chg="add mod">
          <ac:chgData name="Subita Anonna" userId="3f717894f0550b55" providerId="LiveId" clId="{9435D947-31F3-4655-A131-5A8C43FD992C}" dt="2025-06-25T15:13:40.955" v="36" actId="1076"/>
          <ac:picMkLst>
            <pc:docMk/>
            <pc:sldMk cId="1186795252" sldId="260"/>
            <ac:picMk id="5" creationId="{628C92F6-E383-9EE0-7AB8-3F0E54549109}"/>
          </ac:picMkLst>
        </pc:picChg>
      </pc:sldChg>
      <pc:sldChg chg="addSp modSp mod modAnim">
        <pc:chgData name="Subita Anonna" userId="3f717894f0550b55" providerId="LiveId" clId="{9435D947-31F3-4655-A131-5A8C43FD992C}" dt="2025-06-25T15:15:23.229" v="41" actId="1076"/>
        <pc:sldMkLst>
          <pc:docMk/>
          <pc:sldMk cId="3848258895" sldId="261"/>
        </pc:sldMkLst>
        <pc:picChg chg="add mod">
          <ac:chgData name="Subita Anonna" userId="3f717894f0550b55" providerId="LiveId" clId="{9435D947-31F3-4655-A131-5A8C43FD992C}" dt="2025-06-25T15:15:23.229" v="41" actId="1076"/>
          <ac:picMkLst>
            <pc:docMk/>
            <pc:sldMk cId="3848258895" sldId="261"/>
            <ac:picMk id="2" creationId="{7F7A16C7-27D3-9AFD-F592-A5A9294A2F91}"/>
          </ac:picMkLst>
        </pc:picChg>
      </pc:sldChg>
      <pc:sldChg chg="addSp modSp mod modAnim">
        <pc:chgData name="Subita Anonna" userId="3f717894f0550b55" providerId="LiveId" clId="{9435D947-31F3-4655-A131-5A8C43FD992C}" dt="2025-06-25T18:41:38.039" v="102" actId="1076"/>
        <pc:sldMkLst>
          <pc:docMk/>
          <pc:sldMk cId="2176213729" sldId="262"/>
        </pc:sldMkLst>
        <pc:spChg chg="mod">
          <ac:chgData name="Subita Anonna" userId="3f717894f0550b55" providerId="LiveId" clId="{9435D947-31F3-4655-A131-5A8C43FD992C}" dt="2025-06-25T18:41:30.625" v="99" actId="255"/>
          <ac:spMkLst>
            <pc:docMk/>
            <pc:sldMk cId="2176213729" sldId="262"/>
            <ac:spMk id="6" creationId="{5464C96D-D43B-1917-760F-49CC8CD4547D}"/>
          </ac:spMkLst>
        </pc:spChg>
        <pc:picChg chg="add mod">
          <ac:chgData name="Subita Anonna" userId="3f717894f0550b55" providerId="LiveId" clId="{9435D947-31F3-4655-A131-5A8C43FD992C}" dt="2025-06-25T18:41:38.039" v="102" actId="1076"/>
          <ac:picMkLst>
            <pc:docMk/>
            <pc:sldMk cId="2176213729" sldId="262"/>
            <ac:picMk id="2" creationId="{455EDBF8-B8EC-ECCF-2895-493689FEF82F}"/>
          </ac:picMkLst>
        </pc:picChg>
      </pc:sldChg>
      <pc:sldChg chg="addSp modSp mod modAnim">
        <pc:chgData name="Subita Anonna" userId="3f717894f0550b55" providerId="LiveId" clId="{9435D947-31F3-4655-A131-5A8C43FD992C}" dt="2025-06-25T15:16:05.774" v="50" actId="1076"/>
        <pc:sldMkLst>
          <pc:docMk/>
          <pc:sldMk cId="4114389139" sldId="263"/>
        </pc:sldMkLst>
        <pc:picChg chg="add mod">
          <ac:chgData name="Subita Anonna" userId="3f717894f0550b55" providerId="LiveId" clId="{9435D947-31F3-4655-A131-5A8C43FD992C}" dt="2025-06-25T15:16:05.774" v="50" actId="1076"/>
          <ac:picMkLst>
            <pc:docMk/>
            <pc:sldMk cId="4114389139" sldId="263"/>
            <ac:picMk id="2" creationId="{C115CEAC-87E4-D4A9-A341-132CC9651439}"/>
          </ac:picMkLst>
        </pc:picChg>
      </pc:sldChg>
      <pc:sldChg chg="addSp delSp modSp mod modAnim">
        <pc:chgData name="Subita Anonna" userId="3f717894f0550b55" providerId="LiveId" clId="{9435D947-31F3-4655-A131-5A8C43FD992C}" dt="2025-06-25T18:40:00.407" v="85" actId="1076"/>
        <pc:sldMkLst>
          <pc:docMk/>
          <pc:sldMk cId="3403602483" sldId="264"/>
        </pc:sldMkLst>
        <pc:spChg chg="mod">
          <ac:chgData name="Subita Anonna" userId="3f717894f0550b55" providerId="LiveId" clId="{9435D947-31F3-4655-A131-5A8C43FD992C}" dt="2025-06-25T18:37:57.355" v="75" actId="255"/>
          <ac:spMkLst>
            <pc:docMk/>
            <pc:sldMk cId="3403602483" sldId="264"/>
            <ac:spMk id="6" creationId="{67DC5497-F4B1-0E58-2B6B-B11FD7C25682}"/>
          </ac:spMkLst>
        </pc:spChg>
        <pc:picChg chg="add del mod">
          <ac:chgData name="Subita Anonna" userId="3f717894f0550b55" providerId="LiveId" clId="{9435D947-31F3-4655-A131-5A8C43FD992C}" dt="2025-06-25T18:39:14.470" v="83" actId="478"/>
          <ac:picMkLst>
            <pc:docMk/>
            <pc:sldMk cId="3403602483" sldId="264"/>
            <ac:picMk id="2" creationId="{072888E2-D76D-B477-6FFD-5E23C16B628E}"/>
          </ac:picMkLst>
        </pc:picChg>
        <pc:picChg chg="add mod">
          <ac:chgData name="Subita Anonna" userId="3f717894f0550b55" providerId="LiveId" clId="{9435D947-31F3-4655-A131-5A8C43FD992C}" dt="2025-06-25T18:40:00.407" v="85" actId="1076"/>
          <ac:picMkLst>
            <pc:docMk/>
            <pc:sldMk cId="3403602483" sldId="264"/>
            <ac:picMk id="7" creationId="{63A42E27-F678-5C63-8969-4722B60FA193}"/>
          </ac:picMkLst>
        </pc:picChg>
      </pc:sldChg>
      <pc:sldChg chg="addSp delSp modSp mod modAnim">
        <pc:chgData name="Subita Anonna" userId="3f717894f0550b55" providerId="LiveId" clId="{9435D947-31F3-4655-A131-5A8C43FD992C}" dt="2025-06-25T18:40:19.772" v="89" actId="1076"/>
        <pc:sldMkLst>
          <pc:docMk/>
          <pc:sldMk cId="3854894739" sldId="265"/>
        </pc:sldMkLst>
        <pc:picChg chg="add del mod">
          <ac:chgData name="Subita Anonna" userId="3f717894f0550b55" providerId="LiveId" clId="{9435D947-31F3-4655-A131-5A8C43FD992C}" dt="2025-06-25T18:40:06.491" v="87" actId="478"/>
          <ac:picMkLst>
            <pc:docMk/>
            <pc:sldMk cId="3854894739" sldId="265"/>
            <ac:picMk id="3" creationId="{FF510F7B-B219-895E-5E3E-5CB0232DE9EA}"/>
          </ac:picMkLst>
        </pc:picChg>
        <pc:picChg chg="add mod">
          <ac:chgData name="Subita Anonna" userId="3f717894f0550b55" providerId="LiveId" clId="{9435D947-31F3-4655-A131-5A8C43FD992C}" dt="2025-06-25T18:40:19.772" v="89" actId="1076"/>
          <ac:picMkLst>
            <pc:docMk/>
            <pc:sldMk cId="3854894739" sldId="265"/>
            <ac:picMk id="4" creationId="{5DE920A6-5FF0-3875-ED4A-87F49FF5BB36}"/>
          </ac:picMkLst>
        </pc:picChg>
      </pc:sldChg>
      <pc:sldChg chg="addSp delSp modSp mod modAnim">
        <pc:chgData name="Subita Anonna" userId="3f717894f0550b55" providerId="LiveId" clId="{9435D947-31F3-4655-A131-5A8C43FD992C}" dt="2025-06-25T18:40:34.669" v="92" actId="1076"/>
        <pc:sldMkLst>
          <pc:docMk/>
          <pc:sldMk cId="375581189" sldId="266"/>
        </pc:sldMkLst>
        <pc:picChg chg="add del mod">
          <ac:chgData name="Subita Anonna" userId="3f717894f0550b55" providerId="LiveId" clId="{9435D947-31F3-4655-A131-5A8C43FD992C}" dt="2025-06-25T18:40:32.221" v="90" actId="478"/>
          <ac:picMkLst>
            <pc:docMk/>
            <pc:sldMk cId="375581189" sldId="266"/>
            <ac:picMk id="2" creationId="{2242479C-CBFA-2938-AA90-536EE4621DE4}"/>
          </ac:picMkLst>
        </pc:picChg>
        <pc:picChg chg="add mod">
          <ac:chgData name="Subita Anonna" userId="3f717894f0550b55" providerId="LiveId" clId="{9435D947-31F3-4655-A131-5A8C43FD992C}" dt="2025-06-25T18:40:34.669" v="92" actId="1076"/>
          <ac:picMkLst>
            <pc:docMk/>
            <pc:sldMk cId="375581189" sldId="266"/>
            <ac:picMk id="7" creationId="{211F66ED-96EA-AA3A-8A95-3185F8F18E42}"/>
          </ac:picMkLst>
        </pc:picChg>
      </pc:sldChg>
      <pc:sldChg chg="addSp delSp modSp mod modAnim">
        <pc:chgData name="Subita Anonna" userId="3f717894f0550b55" providerId="LiveId" clId="{9435D947-31F3-4655-A131-5A8C43FD992C}" dt="2025-06-25T18:40:49.706" v="95" actId="1076"/>
        <pc:sldMkLst>
          <pc:docMk/>
          <pc:sldMk cId="2390791629" sldId="267"/>
        </pc:sldMkLst>
        <pc:picChg chg="add del mod">
          <ac:chgData name="Subita Anonna" userId="3f717894f0550b55" providerId="LiveId" clId="{9435D947-31F3-4655-A131-5A8C43FD992C}" dt="2025-06-25T18:40:47.072" v="93" actId="478"/>
          <ac:picMkLst>
            <pc:docMk/>
            <pc:sldMk cId="2390791629" sldId="267"/>
            <ac:picMk id="2" creationId="{850A8CCD-750E-CA6B-91CA-E66F68B1069B}"/>
          </ac:picMkLst>
        </pc:picChg>
        <pc:picChg chg="add mod">
          <ac:chgData name="Subita Anonna" userId="3f717894f0550b55" providerId="LiveId" clId="{9435D947-31F3-4655-A131-5A8C43FD992C}" dt="2025-06-25T18:40:49.706" v="95" actId="1076"/>
          <ac:picMkLst>
            <pc:docMk/>
            <pc:sldMk cId="2390791629" sldId="267"/>
            <ac:picMk id="3" creationId="{64AC4BAE-B0BD-FD64-23E3-53D9CE5CF524}"/>
          </ac:picMkLst>
        </pc:picChg>
      </pc:sldChg>
      <pc:sldChg chg="addSp modSp mod modAnim">
        <pc:chgData name="Subita Anonna" userId="3f717894f0550b55" providerId="LiveId" clId="{9435D947-31F3-4655-A131-5A8C43FD992C}" dt="2025-06-25T18:41:00.839" v="97" actId="1076"/>
        <pc:sldMkLst>
          <pc:docMk/>
          <pc:sldMk cId="2088489085" sldId="268"/>
        </pc:sldMkLst>
        <pc:picChg chg="add mod">
          <ac:chgData name="Subita Anonna" userId="3f717894f0550b55" providerId="LiveId" clId="{9435D947-31F3-4655-A131-5A8C43FD992C}" dt="2025-06-25T18:41:00.839" v="97" actId="1076"/>
          <ac:picMkLst>
            <pc:docMk/>
            <pc:sldMk cId="2088489085" sldId="268"/>
            <ac:picMk id="7" creationId="{692A80DF-87CF-6BCF-7F20-A09BD2A5153F}"/>
          </ac:picMkLst>
        </pc:picChg>
      </pc:sldChg>
      <pc:sldChg chg="addSp modSp modAnim">
        <pc:chgData name="Subita Anonna" userId="3f717894f0550b55" providerId="LiveId" clId="{9435D947-31F3-4655-A131-5A8C43FD992C}" dt="2025-06-25T18:41:09.062" v="98"/>
        <pc:sldMkLst>
          <pc:docMk/>
          <pc:sldMk cId="2863175309" sldId="269"/>
        </pc:sldMkLst>
        <pc:picChg chg="add mod">
          <ac:chgData name="Subita Anonna" userId="3f717894f0550b55" providerId="LiveId" clId="{9435D947-31F3-4655-A131-5A8C43FD992C}" dt="2025-06-25T18:41:09.062" v="98"/>
          <ac:picMkLst>
            <pc:docMk/>
            <pc:sldMk cId="2863175309" sldId="269"/>
            <ac:picMk id="3" creationId="{638D155C-B438-604C-E112-F1D4E4E151CF}"/>
          </ac:picMkLst>
        </pc:picChg>
      </pc:sldChg>
      <pc:sldChg chg="addSp modSp mod modAnim">
        <pc:chgData name="Subita Anonna" userId="3f717894f0550b55" providerId="LiveId" clId="{9435D947-31F3-4655-A131-5A8C43FD992C}" dt="2025-06-25T16:02:53.358" v="55" actId="14100"/>
        <pc:sldMkLst>
          <pc:docMk/>
          <pc:sldMk cId="3483225217" sldId="270"/>
        </pc:sldMkLst>
        <pc:picChg chg="add mod">
          <ac:chgData name="Subita Anonna" userId="3f717894f0550b55" providerId="LiveId" clId="{9435D947-31F3-4655-A131-5A8C43FD992C}" dt="2025-06-25T16:02:53.358" v="55" actId="14100"/>
          <ac:picMkLst>
            <pc:docMk/>
            <pc:sldMk cId="3483225217" sldId="270"/>
            <ac:picMk id="6" creationId="{2C63A9C0-E92E-B899-5E57-EA947CE6F520}"/>
          </ac:picMkLst>
        </pc:picChg>
      </pc:sldChg>
      <pc:sldChg chg="addSp modSp mod modAnim">
        <pc:chgData name="Subita Anonna" userId="3f717894f0550b55" providerId="LiveId" clId="{9435D947-31F3-4655-A131-5A8C43FD992C}" dt="2025-06-25T16:04:14.686" v="63" actId="1035"/>
        <pc:sldMkLst>
          <pc:docMk/>
          <pc:sldMk cId="3471085520" sldId="271"/>
        </pc:sldMkLst>
        <pc:picChg chg="add mod">
          <ac:chgData name="Subita Anonna" userId="3f717894f0550b55" providerId="LiveId" clId="{9435D947-31F3-4655-A131-5A8C43FD992C}" dt="2025-06-25T16:04:14.686" v="63" actId="1035"/>
          <ac:picMkLst>
            <pc:docMk/>
            <pc:sldMk cId="3471085520" sldId="271"/>
            <ac:picMk id="2" creationId="{0CA0EDDE-3FE2-8C4A-AF48-789B1964D492}"/>
          </ac:picMkLst>
        </pc:picChg>
      </pc:sldChg>
      <pc:sldChg chg="addSp modSp mod modAnim">
        <pc:chgData name="Subita Anonna" userId="3f717894f0550b55" providerId="LiveId" clId="{9435D947-31F3-4655-A131-5A8C43FD992C}" dt="2025-06-25T16:03:22.222" v="58" actId="1076"/>
        <pc:sldMkLst>
          <pc:docMk/>
          <pc:sldMk cId="1218303783" sldId="272"/>
        </pc:sldMkLst>
        <pc:picChg chg="add mod">
          <ac:chgData name="Subita Anonna" userId="3f717894f0550b55" providerId="LiveId" clId="{9435D947-31F3-4655-A131-5A8C43FD992C}" dt="2025-06-25T16:03:22.222" v="58" actId="1076"/>
          <ac:picMkLst>
            <pc:docMk/>
            <pc:sldMk cId="1218303783" sldId="272"/>
            <ac:picMk id="3" creationId="{18CD3B6C-CFE2-0CDC-FF37-6EE10F3F4DEF}"/>
          </ac:picMkLst>
        </pc:picChg>
      </pc:sldChg>
      <pc:sldChg chg="addSp modSp mod modAnim">
        <pc:chgData name="Subita Anonna" userId="3f717894f0550b55" providerId="LiveId" clId="{9435D947-31F3-4655-A131-5A8C43FD992C}" dt="2025-06-25T16:11:01.302" v="67" actId="14100"/>
        <pc:sldMkLst>
          <pc:docMk/>
          <pc:sldMk cId="3404477186" sldId="273"/>
        </pc:sldMkLst>
        <pc:picChg chg="add mod">
          <ac:chgData name="Subita Anonna" userId="3f717894f0550b55" providerId="LiveId" clId="{9435D947-31F3-4655-A131-5A8C43FD992C}" dt="2025-06-25T16:11:01.302" v="67" actId="14100"/>
          <ac:picMkLst>
            <pc:docMk/>
            <pc:sldMk cId="3404477186" sldId="273"/>
            <ac:picMk id="4" creationId="{D1538AAD-ADE2-D860-7CAA-3557823C228C}"/>
          </ac:picMkLst>
        </pc:picChg>
      </pc:sldChg>
      <pc:sldChg chg="addSp modSp mod modAnim">
        <pc:chgData name="Subita Anonna" userId="3f717894f0550b55" providerId="LiveId" clId="{9435D947-31F3-4655-A131-5A8C43FD992C}" dt="2025-06-25T16:11:35.932" v="70" actId="1076"/>
        <pc:sldMkLst>
          <pc:docMk/>
          <pc:sldMk cId="954202902" sldId="274"/>
        </pc:sldMkLst>
        <pc:picChg chg="add mod">
          <ac:chgData name="Subita Anonna" userId="3f717894f0550b55" providerId="LiveId" clId="{9435D947-31F3-4655-A131-5A8C43FD992C}" dt="2025-06-25T16:11:35.932" v="70" actId="1076"/>
          <ac:picMkLst>
            <pc:docMk/>
            <pc:sldMk cId="954202902" sldId="274"/>
            <ac:picMk id="3" creationId="{3E84EF3C-C0CA-BD8C-BBC2-09BEDD643BC1}"/>
          </ac:picMkLst>
        </pc:picChg>
      </pc:sldChg>
      <pc:sldChg chg="delSp modSp del mod">
        <pc:chgData name="Subita Anonna" userId="3f717894f0550b55" providerId="LiveId" clId="{9435D947-31F3-4655-A131-5A8C43FD992C}" dt="2025-06-25T14:15:11.518" v="2" actId="47"/>
        <pc:sldMkLst>
          <pc:docMk/>
          <pc:sldMk cId="1808791639" sldId="275"/>
        </pc:sldMkLst>
        <pc:spChg chg="del mod">
          <ac:chgData name="Subita Anonna" userId="3f717894f0550b55" providerId="LiveId" clId="{9435D947-31F3-4655-A131-5A8C43FD992C}" dt="2025-06-25T14:14:41.149" v="1" actId="478"/>
          <ac:spMkLst>
            <pc:docMk/>
            <pc:sldMk cId="1808791639" sldId="275"/>
            <ac:spMk id="5" creationId="{4C3D9D9D-EF6B-6EE9-61A5-5D39DEB2F77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vs Eb/No(dB) for 128 PSK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rgbClr val="EE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E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EE0000"/>
                </a:solidFill>
                <a:ln w="9525">
                  <a:solidFill>
                    <a:srgbClr val="EE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407-4E8E-9FE8-830363C5D302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EE0000"/>
                </a:solidFill>
                <a:ln w="9525">
                  <a:solidFill>
                    <a:srgbClr val="EE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407-4E8E-9FE8-830363C5D302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EE0000"/>
                </a:solidFill>
                <a:ln w="9525">
                  <a:solidFill>
                    <a:srgbClr val="EE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E407-4E8E-9FE8-830363C5D302}"/>
              </c:ext>
            </c:extLst>
          </c:dPt>
          <c:xVal>
            <c:numRef>
              <c:f>Sheet1!$A$2:$A$4</c:f>
              <c:numCache>
                <c:formatCode>General</c:formatCode>
                <c:ptCount val="3"/>
                <c:pt idx="0">
                  <c:v>25</c:v>
                </c:pt>
                <c:pt idx="1">
                  <c:v>22</c:v>
                </c:pt>
                <c:pt idx="2">
                  <c:v>20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0.214</c:v>
                </c:pt>
                <c:pt idx="1">
                  <c:v>0.40799999999999997</c:v>
                </c:pt>
                <c:pt idx="2">
                  <c:v>0.317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407-4E8E-9FE8-830363C5D3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9277184"/>
        <c:axId val="959278144"/>
      </c:scatterChart>
      <c:valAx>
        <c:axId val="95927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278144"/>
        <c:crosses val="autoZero"/>
        <c:crossBetween val="midCat"/>
      </c:valAx>
      <c:valAx>
        <c:axId val="95927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 Error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277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BER vs </a:t>
            </a:r>
            <a:r>
              <a:rPr lang="en-GB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Eb/No(dB)</a:t>
            </a:r>
            <a:r>
              <a:rPr lang="en-US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256 PSK</a:t>
            </a:r>
            <a:endParaRPr lang="en-GB" sz="14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86-41FE-B37C-4BDB524E7337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86-41FE-B37C-4BDB524E7337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6"/>
                </a:solidFill>
                <a:ln w="9525">
                  <a:solidFill>
                    <a:schemeClr val="accent6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86-41FE-B37C-4BDB524E7337}"/>
              </c:ext>
            </c:extLst>
          </c:dPt>
          <c:xVal>
            <c:numRef>
              <c:f>Sheet2!$A$2:$A$4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37</c:v>
                </c:pt>
              </c:numCache>
            </c:numRef>
          </c:xVal>
          <c:yVal>
            <c:numRef>
              <c:f>Sheet2!$B$2:$B$4</c:f>
              <c:numCache>
                <c:formatCode>General</c:formatCode>
                <c:ptCount val="3"/>
                <c:pt idx="0">
                  <c:v>0.46800000000000003</c:v>
                </c:pt>
                <c:pt idx="1">
                  <c:v>0.254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C986-41FE-B37C-4BDB524E7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8459328"/>
        <c:axId val="1158454528"/>
      </c:scatterChart>
      <c:valAx>
        <c:axId val="1158459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454528"/>
        <c:crosses val="autoZero"/>
        <c:crossBetween val="midCat"/>
      </c:valAx>
      <c:valAx>
        <c:axId val="115845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 Error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459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vs </a:t>
            </a:r>
            <a:r>
              <a:rPr lang="en-GB" sz="1400" b="0" i="0" u="none" strike="noStrike" kern="1200" spc="0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Eb/No(dB)</a:t>
            </a:r>
            <a:r>
              <a:rPr lang="en-US" sz="1400" b="0" i="0" u="none" strike="noStrike" kern="1200" spc="0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256 QAM</a:t>
            </a:r>
            <a:endParaRPr lang="en-GB" sz="1400" b="0" i="0" u="none" strike="noStrike" kern="1200" spc="0" baseline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Sheet3!$A$2:$A$4</c:f>
              <c:numCache>
                <c:formatCode>General</c:formatCode>
                <c:ptCount val="3"/>
                <c:pt idx="0">
                  <c:v>20</c:v>
                </c:pt>
                <c:pt idx="1">
                  <c:v>25</c:v>
                </c:pt>
                <c:pt idx="2">
                  <c:v>27</c:v>
                </c:pt>
              </c:numCache>
            </c:numRef>
          </c:xVal>
          <c:yVal>
            <c:numRef>
              <c:f>Sheet3!$B$2:$B$4</c:f>
              <c:numCache>
                <c:formatCode>General</c:formatCode>
                <c:ptCount val="3"/>
                <c:pt idx="0">
                  <c:v>0.246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74A-4FAA-B604-CC7EB4CB4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8450688"/>
        <c:axId val="1158461248"/>
      </c:scatterChart>
      <c:valAx>
        <c:axId val="1158450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461248"/>
        <c:crosses val="autoZero"/>
        <c:crossBetween val="midCat"/>
      </c:valAx>
      <c:valAx>
        <c:axId val="115846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 Error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4506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</a:t>
            </a:r>
            <a:r>
              <a:rPr lang="en-US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Eb/No(dB) For 128 QAM</a:t>
            </a:r>
            <a:endParaRPr lang="en-US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xVal>
            <c:numRef>
              <c:f>Sheet4!$A$2:$A$4</c:f>
              <c:numCache>
                <c:formatCode>General</c:formatCode>
                <c:ptCount val="3"/>
                <c:pt idx="0">
                  <c:v>25</c:v>
                </c:pt>
                <c:pt idx="1">
                  <c:v>22</c:v>
                </c:pt>
                <c:pt idx="2">
                  <c:v>20</c:v>
                </c:pt>
              </c:numCache>
            </c:numRef>
          </c:xVal>
          <c:yVal>
            <c:numRef>
              <c:f>Sheet4!$B$2:$B$4</c:f>
              <c:numCache>
                <c:formatCode>General</c:formatCode>
                <c:ptCount val="3"/>
                <c:pt idx="0">
                  <c:v>0</c:v>
                </c:pt>
                <c:pt idx="1">
                  <c:v>3.2000000000000001E-2</c:v>
                </c:pt>
                <c:pt idx="2">
                  <c:v>5.6000000000000001E-2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A3-40DA-AA24-4B614EB71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6421776"/>
        <c:axId val="906424176"/>
      </c:scatterChart>
      <c:valAx>
        <c:axId val="906421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24176"/>
        <c:crosses val="autoZero"/>
        <c:crossBetween val="midCat"/>
      </c:valAx>
      <c:valAx>
        <c:axId val="90642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</a:t>
                </a:r>
                <a:r>
                  <a:rPr lang="en-GB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Error Rate</a:t>
                </a:r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217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vs </a:t>
            </a:r>
            <a:r>
              <a:rPr lang="en-GB" sz="1400" b="0" i="0" u="none" strike="noStrike" baseline="0"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Eb/No(dB) For 256 PAM  </a:t>
            </a:r>
            <a:r>
              <a:rPr lang="en-GB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9525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</c:spPr>
          </c:marker>
          <c:xVal>
            <c:numRef>
              <c:f>Sheet5!$A$2:$A$4</c:f>
              <c:numCache>
                <c:formatCode>General</c:formatCode>
                <c:ptCount val="3"/>
                <c:pt idx="0">
                  <c:v>25</c:v>
                </c:pt>
                <c:pt idx="1">
                  <c:v>40</c:v>
                </c:pt>
                <c:pt idx="2">
                  <c:v>49</c:v>
                </c:pt>
              </c:numCache>
            </c:numRef>
          </c:xVal>
          <c:yVal>
            <c:numRef>
              <c:f>Sheet5!$B$2:$B$4</c:f>
              <c:numCache>
                <c:formatCode>General</c:formatCode>
                <c:ptCount val="3"/>
                <c:pt idx="0">
                  <c:v>0.69</c:v>
                </c:pt>
                <c:pt idx="1">
                  <c:v>0.20599999999999999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4C-42D1-8398-FD587D4D7C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6238144"/>
        <c:axId val="906238624"/>
      </c:scatterChart>
      <c:valAx>
        <c:axId val="906238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238624"/>
        <c:crosses val="autoZero"/>
        <c:crossBetween val="midCat"/>
      </c:valAx>
      <c:valAx>
        <c:axId val="90623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</a:t>
                </a:r>
                <a:r>
                  <a:rPr lang="en-GB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Error Rate</a:t>
                </a:r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238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vs Eb/No(dB) For 128 PAM</a:t>
            </a:r>
            <a:r>
              <a:rPr lang="en-US" baseline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BER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Sheet6!$A$2:$A$4</c:f>
              <c:numCache>
                <c:formatCode>General</c:formatCode>
                <c:ptCount val="3"/>
                <c:pt idx="0">
                  <c:v>25</c:v>
                </c:pt>
                <c:pt idx="1">
                  <c:v>35</c:v>
                </c:pt>
                <c:pt idx="2">
                  <c:v>43</c:v>
                </c:pt>
              </c:numCache>
            </c:numRef>
          </c:xVal>
          <c:yVal>
            <c:numRef>
              <c:f>Sheet6!$B$2:$B$4</c:f>
              <c:numCache>
                <c:formatCode>General</c:formatCode>
                <c:ptCount val="3"/>
                <c:pt idx="0">
                  <c:v>0.58699999999999997</c:v>
                </c:pt>
                <c:pt idx="1">
                  <c:v>0.159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D8-4E57-9111-6F978F0170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72675328"/>
        <c:axId val="1172672928"/>
      </c:scatterChart>
      <c:valAx>
        <c:axId val="1172675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Eb/No(dB)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672928"/>
        <c:crosses val="autoZero"/>
        <c:crossBetween val="midCat"/>
      </c:valAx>
      <c:valAx>
        <c:axId val="117267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 Error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675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3E0D-0F54-FAD8-C3AB-01AF3C9F3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8FB3-BFC4-0448-F890-AFD84A515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58778-B295-77E0-7EE6-14A7FFF8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E94CF-AE8D-1A41-4249-3826D3DC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F6DD-DF96-802C-1EF8-92607B5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7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1CF1-F02A-A92F-4902-E12DE919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CF37-5230-07EF-1523-65B5A5CB6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DF4B9-947A-807F-E669-84EFBDBF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48D9B-3E75-C4BE-4B5C-F2B4A84D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AD7D8-7CCD-6539-4A4E-AC84589C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66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7F9C-73E4-AB70-254C-2F08CE9A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C50FD-C237-FD64-F762-FADEA0A69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0FA1F-1BFC-03CA-1B04-DE7DAF65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C660F-88F5-4313-D9B7-7BFE9086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B45B2-3A94-4EDC-C34C-93E58662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2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17DD-143E-87A3-0472-7A6EF0E8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FC5F-6331-5EA8-01A1-B28D1DF63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80C67-999F-05FC-6EAE-56B8A6CD2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D0715-F942-6331-AAFC-20A8E2F0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1D7A1-C273-9D6F-8F27-FC5A1EF9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BC0D-7CBB-0279-B409-173EBE57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2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A6FC-2207-8F27-328C-D7E65A5A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1E4D-CC6A-0DA1-ADB4-493AAB1EB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6E2B2-9D2C-4B1D-FB7A-D752DE03F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3AF12-1580-4702-3840-3D304D838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EB15C-29B1-EB2C-2B3E-62891B57B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6929E-F0B4-4455-8028-21FF26EE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5AA2F-1006-1950-49FB-9379B919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AD4A4F-60F8-2E92-8863-15B72376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1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43C28-A97E-B45A-C380-E2EE9AC7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C29D0-3A25-D31B-5F81-A73F6FDF7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76ABA-2C80-E787-E677-51B4BF05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38C59-3B6B-3ED2-F346-BCB69C33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5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FD2AD-A1BE-2DB5-5E58-18ED97B6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33FE6-7F52-73A2-415C-EF3D02CD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C90A2-4035-AB6C-F420-6C67C7C00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2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8577-B5DD-827C-6054-1D7CF3BE4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2DBBC-FCCA-36C8-F98F-71B2D0F0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03D2F-399F-9924-AE33-B1385A52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C1896-4801-A175-9022-DAF45A5F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8A612-118A-7AAA-D3A3-D504A308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979F8-D0C2-A250-4D7D-3FF51A4B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1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8758-E6F0-F71D-C02A-2A5442D9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5A488-EF0E-1BA6-9ADF-0E9919A0E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F4EBF-261F-5BD2-3A32-3A045C74C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3DCE2-FB13-B0B8-6C4F-FB848479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6BB82-F3C6-2E6C-C881-B563AF96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2FFD8-DFAF-3A12-A80A-C66A020E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8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F20E-9598-1046-1F20-73AA8975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9B151-4F65-526A-FE0B-3E954C5A4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3E2F-5449-868C-662F-10131719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5A72-C8C7-920A-657F-F128E5AB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EE26-8888-A71F-E1C9-A0169D7D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A8EE1A-0FDD-6F47-DFA1-C640645AF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07AF1-76D0-372C-1854-0E605685B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3A85B-52CA-6949-039B-DA570D7E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9DD9F-B5F1-7664-8604-3D785002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E628-8DD7-EE58-1469-16159662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6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03E47-7242-72D9-8485-7D9FB677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F07A0-1802-55B8-BBE9-E27D89E8C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080C-DAC6-DBFE-2118-BC9667494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007FE-F0E6-448F-B45D-721CC58BF1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20255-8855-F5F0-1C0F-63A245895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ABDF3-3E4A-0C57-14A5-515972842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E5557-BEF3-4C32-9101-10A09297A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9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27107C-CBD9-DA6B-2166-38EE2538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247206"/>
            <a:ext cx="9859751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9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256392-16A8-997B-1992-6116A8B6692B}"/>
              </a:ext>
            </a:extLst>
          </p:cNvPr>
          <p:cNvSpPr txBox="1"/>
          <p:nvPr/>
        </p:nvSpPr>
        <p:spPr>
          <a:xfrm>
            <a:off x="1404976" y="1527190"/>
            <a:ext cx="609432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Abstract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Designed a digital communication system to transmit: “MOYNUL SHARIAR KAZI SUBITA TUSAR”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Message converted to ASCII and integer stream for modulation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Used 128/256-ASK, 128/256-PSK, 128/256-QAM for modulation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Simulated transmission over AWGN channel (Eb/No = 25 dB)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Analyzed constellation diagrams of transmitted and received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Reconstructed the original message after demodulation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Identified minimum Eb/No for accurate message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Demonstrated impact of modulation schemes and noise on signal quality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41FC0-6690-9B43-9F92-2DF2F01C1CC4}"/>
              </a:ext>
            </a:extLst>
          </p:cNvPr>
          <p:cNvSpPr txBox="1"/>
          <p:nvPr/>
        </p:nvSpPr>
        <p:spPr>
          <a:xfrm>
            <a:off x="1707502" y="419194"/>
            <a:ext cx="81617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Simulation and Performance Analysis of Digital Communication Systems Using MATLAB/Simulink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4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DC5EF7-7F1B-1838-2138-82A4124DAF3F}"/>
              </a:ext>
            </a:extLst>
          </p:cNvPr>
          <p:cNvSpPr txBox="1"/>
          <p:nvPr/>
        </p:nvSpPr>
        <p:spPr>
          <a:xfrm>
            <a:off x="747251" y="432620"/>
            <a:ext cx="104811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</a:t>
            </a:r>
            <a:br>
              <a:rPr lang="en-US" dirty="0"/>
            </a:br>
            <a:r>
              <a:rPr lang="en-US" dirty="0"/>
              <a:t>To design and simulate a digital communication system in MATLAB Simulink that transmits a message through a noisy channel using multiple modulation schemes (ASK, PSK, QAM). The aim is to study modulation performance, noise tolerance, and message recovery accuracy under varying SNR conditions.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7AD75-9F5A-F66D-CEC2-4F2C03D70D3C}"/>
              </a:ext>
            </a:extLst>
          </p:cNvPr>
          <p:cNvSpPr txBox="1"/>
          <p:nvPr/>
        </p:nvSpPr>
        <p:spPr>
          <a:xfrm>
            <a:off x="747251" y="2145923"/>
            <a:ext cx="103631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Procedure:</a:t>
            </a:r>
            <a:endParaRPr lang="en-US" dirty="0"/>
          </a:p>
          <a:p>
            <a:pPr lvl="0"/>
            <a:r>
              <a:rPr lang="en-US" b="1" dirty="0"/>
              <a:t>1.Initialization &amp; Model </a:t>
            </a:r>
            <a:r>
              <a:rPr lang="en-US" b="1" dirty="0" err="1"/>
              <a:t>Setup:</a:t>
            </a:r>
            <a:r>
              <a:rPr lang="en-US" dirty="0" err="1"/>
              <a:t>Open</a:t>
            </a:r>
            <a:r>
              <a:rPr lang="en-US" dirty="0"/>
              <a:t> MATLAB &amp; Simulink, create and save new model.</a:t>
            </a:r>
          </a:p>
          <a:p>
            <a:pPr lvl="0"/>
            <a:r>
              <a:rPr lang="en-US" b="1" dirty="0"/>
              <a:t>2.Message </a:t>
            </a:r>
            <a:r>
              <a:rPr lang="en-US" b="1" dirty="0" err="1"/>
              <a:t>Input</a:t>
            </a:r>
            <a:r>
              <a:rPr lang="en-US" dirty="0" err="1"/>
              <a:t>:Add</a:t>
            </a:r>
            <a:r>
              <a:rPr lang="en-US" b="1" dirty="0"/>
              <a:t> </a:t>
            </a:r>
            <a:r>
              <a:rPr lang="en-US" dirty="0"/>
              <a:t>Constant block with message: </a:t>
            </a:r>
            <a:r>
              <a:rPr lang="en-US" i="1" dirty="0"/>
              <a:t>MOYNUL SHARIAR KAZI SUBITA TUSAR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3.String-to-ASCII </a:t>
            </a:r>
            <a:r>
              <a:rPr lang="en-US" b="1" dirty="0" err="1"/>
              <a:t>Conversion</a:t>
            </a:r>
            <a:r>
              <a:rPr lang="en-US" dirty="0" err="1"/>
              <a:t>:Convert</a:t>
            </a:r>
            <a:r>
              <a:rPr lang="en-US" dirty="0"/>
              <a:t> message to ASCII codes using String to ASCII block.</a:t>
            </a:r>
          </a:p>
          <a:p>
            <a:pPr lvl="0"/>
            <a:r>
              <a:rPr lang="en-US" b="1" dirty="0"/>
              <a:t>4.Data </a:t>
            </a:r>
            <a:r>
              <a:rPr lang="en-US" b="1" dirty="0" err="1"/>
              <a:t>Formatting</a:t>
            </a:r>
            <a:r>
              <a:rPr lang="en-US" dirty="0" err="1"/>
              <a:t>:Reshape</a:t>
            </a:r>
            <a:r>
              <a:rPr lang="en-US" dirty="0"/>
              <a:t> ASCII vector, convert data type to int32.</a:t>
            </a:r>
          </a:p>
          <a:p>
            <a:r>
              <a:rPr lang="en-US" b="1" dirty="0"/>
              <a:t>5.Modulation</a:t>
            </a:r>
            <a:r>
              <a:rPr lang="en-US" dirty="0"/>
              <a:t>:Use appropriate modulator (PAM, PSK, QAM) with M = 128/256.Enable Gray coding, complex output.</a:t>
            </a:r>
          </a:p>
          <a:p>
            <a:pPr lvl="0"/>
            <a:r>
              <a:rPr lang="en-US" b="1" dirty="0"/>
              <a:t>6.Transmit Signal </a:t>
            </a:r>
            <a:r>
              <a:rPr lang="en-US" b="1" dirty="0" err="1"/>
              <a:t>Display</a:t>
            </a:r>
            <a:r>
              <a:rPr lang="en-US" dirty="0" err="1"/>
              <a:t>:Show</a:t>
            </a:r>
            <a:r>
              <a:rPr lang="en-US" dirty="0"/>
              <a:t> constellation using Complex Constellation Diagram (before noise).</a:t>
            </a:r>
          </a:p>
          <a:p>
            <a:pPr lvl="0"/>
            <a:r>
              <a:rPr lang="en-US" b="1" dirty="0"/>
              <a:t>7.Noise </a:t>
            </a:r>
            <a:r>
              <a:rPr lang="en-US" b="1" dirty="0" err="1"/>
              <a:t>Channel:</a:t>
            </a:r>
            <a:r>
              <a:rPr lang="en-US" dirty="0" err="1"/>
              <a:t>Add</a:t>
            </a:r>
            <a:r>
              <a:rPr lang="en-US" dirty="0"/>
              <a:t> AWGN Channel with Eb/No = 25 dB (5 + 20).</a:t>
            </a:r>
          </a:p>
          <a:p>
            <a:pPr lvl="0"/>
            <a:r>
              <a:rPr lang="en-US" b="1" dirty="0"/>
              <a:t>8.Received Signal </a:t>
            </a:r>
            <a:r>
              <a:rPr lang="en-US" b="1" dirty="0" err="1"/>
              <a:t>Display</a:t>
            </a:r>
            <a:r>
              <a:rPr lang="en-US" dirty="0" err="1"/>
              <a:t>:Show</a:t>
            </a:r>
            <a:r>
              <a:rPr lang="en-US" dirty="0"/>
              <a:t> received constellation after noise.</a:t>
            </a:r>
          </a:p>
          <a:p>
            <a:pPr lvl="0"/>
            <a:r>
              <a:rPr lang="en-US" b="1" dirty="0"/>
              <a:t>9.Demodulation</a:t>
            </a:r>
            <a:r>
              <a:rPr lang="en-US" dirty="0"/>
              <a:t>:Use matching demodulator block (PAM/PSK/QAM).</a:t>
            </a:r>
          </a:p>
          <a:p>
            <a:pPr lvl="0"/>
            <a:r>
              <a:rPr lang="en-US" b="1" dirty="0"/>
              <a:t>10.ASCII </a:t>
            </a:r>
            <a:r>
              <a:rPr lang="en-US" b="1" dirty="0" err="1"/>
              <a:t>Recovery</a:t>
            </a:r>
            <a:r>
              <a:rPr lang="en-US" dirty="0" err="1"/>
              <a:t>:Convert</a:t>
            </a:r>
            <a:r>
              <a:rPr lang="en-US" dirty="0"/>
              <a:t> output to uint8 for ASCII decoding.</a:t>
            </a:r>
          </a:p>
          <a:p>
            <a:pPr lvl="0"/>
            <a:r>
              <a:rPr lang="en-US" b="1" dirty="0"/>
              <a:t>11.String Reconstruction</a:t>
            </a:r>
            <a:r>
              <a:rPr lang="en-US" dirty="0"/>
              <a:t>:Convert ASCII to string (original message).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5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E87E1-8715-F5EE-B017-B7A36B37B305}"/>
              </a:ext>
            </a:extLst>
          </p:cNvPr>
          <p:cNvSpPr txBox="1"/>
          <p:nvPr/>
        </p:nvSpPr>
        <p:spPr>
          <a:xfrm>
            <a:off x="1120877" y="658761"/>
            <a:ext cx="1003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12.Result </a:t>
            </a:r>
            <a:r>
              <a:rPr lang="en-US" b="1" dirty="0" err="1"/>
              <a:t>Display</a:t>
            </a:r>
            <a:r>
              <a:rPr lang="en-US" dirty="0" err="1"/>
              <a:t>:Show</a:t>
            </a:r>
            <a:r>
              <a:rPr lang="en-US" dirty="0"/>
              <a:t> or log recovered message, compare with original.</a:t>
            </a:r>
          </a:p>
          <a:p>
            <a:pPr lvl="0"/>
            <a:r>
              <a:rPr lang="en-US" b="1" dirty="0"/>
              <a:t>13.Test All </a:t>
            </a:r>
            <a:r>
              <a:rPr lang="en-US" b="1" dirty="0" err="1"/>
              <a:t>Schemes</a:t>
            </a:r>
            <a:r>
              <a:rPr lang="en-US" dirty="0" err="1"/>
              <a:t>:Run</a:t>
            </a:r>
            <a:r>
              <a:rPr lang="en-US" dirty="0"/>
              <a:t> steps for 128/256 ASK, PSK, QAM; save results.</a:t>
            </a:r>
          </a:p>
          <a:p>
            <a:pPr lvl="0"/>
            <a:r>
              <a:rPr lang="en-US" b="1" dirty="0"/>
              <a:t>14.Eb/No </a:t>
            </a:r>
            <a:r>
              <a:rPr lang="en-US" b="1" dirty="0" err="1"/>
              <a:t>Sensitivity</a:t>
            </a:r>
            <a:r>
              <a:rPr lang="en-US" dirty="0" err="1"/>
              <a:t>:Test</a:t>
            </a:r>
            <a:r>
              <a:rPr lang="en-US" dirty="0"/>
              <a:t> at Eb/No = 25, 22, 20, 18, 15 dB; check errors.</a:t>
            </a:r>
          </a:p>
          <a:p>
            <a:pPr lvl="0"/>
            <a:r>
              <a:rPr lang="en-US" b="1" dirty="0"/>
              <a:t>15.Threshold </a:t>
            </a:r>
            <a:r>
              <a:rPr lang="en-US" b="1" dirty="0" err="1"/>
              <a:t>Identification</a:t>
            </a:r>
            <a:r>
              <a:rPr lang="en-US" dirty="0" err="1"/>
              <a:t>:Note</a:t>
            </a:r>
            <a:r>
              <a:rPr lang="en-US" dirty="0"/>
              <a:t> minimum Eb/No for correct recovery.</a:t>
            </a:r>
          </a:p>
          <a:p>
            <a:pPr lvl="0"/>
            <a:r>
              <a:rPr lang="en-US" b="1" dirty="0"/>
              <a:t>16.Observation &amp; </a:t>
            </a:r>
            <a:r>
              <a:rPr lang="en-US" b="1" dirty="0" err="1"/>
              <a:t>Documentation</a:t>
            </a:r>
            <a:r>
              <a:rPr lang="en-US" dirty="0" err="1"/>
              <a:t>:Record</a:t>
            </a:r>
            <a:r>
              <a:rPr lang="en-US" dirty="0"/>
              <a:t> constellations, outputs, noise thresholds, compile data.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CFF3B039-79CD-721E-5345-78F432F7E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77" y="24344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128-PSK: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60" name="Picture 1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202FF1B9-4A9A-7BA6-4A31-69383C1C4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876" y="2891647"/>
            <a:ext cx="8181743" cy="286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4">
            <a:extLst>
              <a:ext uri="{FF2B5EF4-FFF2-40B4-BE49-F238E27FC236}">
                <a16:creationId xmlns:a16="http://schemas.microsoft.com/office/drawing/2014/main" id="{7ED51C00-C043-6248-477E-F013950A8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77" y="5847185"/>
            <a:ext cx="157607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1: Block diagram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98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6349DC-B2A9-49C8-E865-138D2AA22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073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13E8149-2A28-6FED-375E-74ABDBA06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073" y="457200"/>
            <a:ext cx="64008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93DA5F5-4A58-36A2-B2CA-8A481937B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4482" y="36957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 2: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BEDD1-8D2D-0324-371F-A13BB37E883D}"/>
              </a:ext>
            </a:extLst>
          </p:cNvPr>
          <p:cNvSpPr txBox="1"/>
          <p:nvPr/>
        </p:nvSpPr>
        <p:spPr>
          <a:xfrm>
            <a:off x="1054359" y="4329404"/>
            <a:ext cx="106928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128-PSK Simulink Model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data is generated and modulated using </a:t>
            </a:r>
            <a:r>
              <a:rPr lang="en-US" sz="1400" b="1" dirty="0"/>
              <a:t>128-PSK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Signal is transmitted through an </a:t>
            </a:r>
            <a:r>
              <a:rPr lang="en-US" sz="1400" b="1" dirty="0"/>
              <a:t>AWGN channel</a:t>
            </a:r>
            <a:r>
              <a:rPr lang="en-US" sz="1400" dirty="0"/>
              <a:t> with </a:t>
            </a:r>
            <a:r>
              <a:rPr lang="en-US" sz="1400" b="1" dirty="0"/>
              <a:t>Eb/No = 25 dB</a:t>
            </a:r>
            <a:r>
              <a:rPr lang="en-US" sz="1400" dirty="0"/>
              <a:t> (high SNR).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Demodulation</a:t>
            </a:r>
            <a:r>
              <a:rPr lang="en-US" sz="1400" dirty="0"/>
              <a:t> recovers data at the receiver; error rate is low due to strong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Error rate calculation block</a:t>
            </a:r>
            <a:r>
              <a:rPr lang="en-US" sz="1400" dirty="0"/>
              <a:t> shows minimal symbol errors at this SNR.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Transmitted constellation</a:t>
            </a:r>
            <a:r>
              <a:rPr lang="en-US" sz="1400" dirty="0"/>
              <a:t>: 128 points evenly spaced in a circle (ideal phase positions).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Received constellation</a:t>
            </a:r>
            <a:r>
              <a:rPr lang="en-US" sz="1400" dirty="0"/>
              <a:t>: Points slightly spread by noise but still near correct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system demonstrates that </a:t>
            </a:r>
            <a:r>
              <a:rPr lang="en-US" sz="1400" b="1" dirty="0"/>
              <a:t>128-PSK is bandwidth-efficient but noise-sensitive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SNR (e.g., 25 dB) is needed for reliable 128-PSK communication.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79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334F1E-5E5C-57F3-02E3-CA9C41B56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00" y="305040"/>
            <a:ext cx="8849960" cy="22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60A2EC-2553-B35E-D1C3-7222C2F11DB8}"/>
              </a:ext>
            </a:extLst>
          </p:cNvPr>
          <p:cNvSpPr txBox="1"/>
          <p:nvPr/>
        </p:nvSpPr>
        <p:spPr>
          <a:xfrm>
            <a:off x="1140541" y="4365522"/>
            <a:ext cx="6567949" cy="382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6F88F7E1-BEBD-5FAF-E7ED-BD4E7AE71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22" y="218276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CA96B65-33A2-9692-11B1-1E2A386ED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128355"/>
              </p:ext>
            </p:extLst>
          </p:nvPr>
        </p:nvGraphicFramePr>
        <p:xfrm>
          <a:off x="483300" y="186812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9">
            <a:extLst>
              <a:ext uri="{FF2B5EF4-FFF2-40B4-BE49-F238E27FC236}">
                <a16:creationId xmlns:a16="http://schemas.microsoft.com/office/drawing/2014/main" id="{17E01359-554D-0594-BB32-1623B5AE3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63" y="4527514"/>
            <a:ext cx="445025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288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Fig-3: BER vs Eb/No(dB) for 128 PSK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BE2506-8056-437B-2873-CBB131931A40}"/>
              </a:ext>
            </a:extLst>
          </p:cNvPr>
          <p:cNvSpPr txBox="1"/>
          <p:nvPr/>
        </p:nvSpPr>
        <p:spPr>
          <a:xfrm>
            <a:off x="5850194" y="2305665"/>
            <a:ext cx="57813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1.Modulation Used:</a:t>
            </a:r>
            <a:r>
              <a:rPr lang="en-US" dirty="0"/>
              <a:t> 128-PSK (Phase Shift Keying).</a:t>
            </a:r>
          </a:p>
          <a:p>
            <a:pPr lvl="0"/>
            <a:r>
              <a:rPr lang="en-US" b="1" dirty="0"/>
              <a:t>2.Eb/No Values Tested:</a:t>
            </a:r>
            <a:r>
              <a:rPr lang="en-US" dirty="0"/>
              <a:t> 25 dB, 22 dB, and 20 </a:t>
            </a:r>
            <a:r>
              <a:rPr lang="en-US" dirty="0" err="1"/>
              <a:t>dB.</a:t>
            </a:r>
            <a:endParaRPr lang="en-US" dirty="0"/>
          </a:p>
          <a:p>
            <a:pPr lvl="0"/>
            <a:r>
              <a:rPr lang="en-US" b="1" dirty="0"/>
              <a:t>3.Bit Error Rate (BER):</a:t>
            </a:r>
            <a:r>
              <a:rPr lang="en-US" dirty="0"/>
              <a:t> Decreases as Eb/No increases — best BER (0.214) at 25 </a:t>
            </a:r>
            <a:r>
              <a:rPr lang="en-US" dirty="0" err="1"/>
              <a:t>dB.</a:t>
            </a:r>
            <a:endParaRPr lang="en-US" dirty="0"/>
          </a:p>
          <a:p>
            <a:pPr lvl="0"/>
            <a:r>
              <a:rPr lang="en-US" b="1" dirty="0"/>
              <a:t>4.Error Symbols:</a:t>
            </a:r>
            <a:r>
              <a:rPr lang="en-US" dirty="0"/>
              <a:t> Highest (51) at 22 dB, lowest (27) at 25 </a:t>
            </a:r>
            <a:r>
              <a:rPr lang="en-US" dirty="0" err="1"/>
              <a:t>dB.</a:t>
            </a:r>
            <a:endParaRPr lang="en-US" dirty="0"/>
          </a:p>
          <a:p>
            <a:pPr lvl="0"/>
            <a:r>
              <a:rPr lang="en-US" b="1" dirty="0"/>
              <a:t>5.Total Symbols:</a:t>
            </a:r>
            <a:r>
              <a:rPr lang="en-US" dirty="0"/>
              <a:t> Constant at 126 for all tests.</a:t>
            </a:r>
          </a:p>
          <a:p>
            <a:pPr lvl="0"/>
            <a:r>
              <a:rPr lang="en-US" b="1" dirty="0"/>
              <a:t>6.Graph Insight:</a:t>
            </a:r>
            <a:r>
              <a:rPr lang="en-US" dirty="0"/>
              <a:t> BER vs Eb/No plot shows improved performance with higher Eb/No.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5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DB8053-95AA-E967-A4AE-BDF5CD31D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56" y="22225"/>
            <a:ext cx="6400800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02690D-E6DB-4E5A-C1F3-C3C72E3AA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56" y="3200400"/>
            <a:ext cx="6400800" cy="330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D330BD7E-EA47-AE93-BA4A-B657EFE7B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208" y="2971800"/>
            <a:ext cx="143346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 </a:t>
            </a:r>
            <a:r>
              <a:rPr lang="en-US" altLang="en-US" sz="12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Block diagram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A57317-E8D0-4874-E294-CE6247FA1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619" y="6475373"/>
            <a:ext cx="288906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8496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849688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 </a:t>
            </a:r>
            <a:r>
              <a:rPr lang="en-US" altLang="en-US" sz="12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F84AC-1AE8-0B84-B655-24DB71707D62}"/>
              </a:ext>
            </a:extLst>
          </p:cNvPr>
          <p:cNvSpPr txBox="1"/>
          <p:nvPr/>
        </p:nvSpPr>
        <p:spPr>
          <a:xfrm>
            <a:off x="137652" y="296683"/>
            <a:ext cx="115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256-PSK: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4C96D-D43B-1917-760F-49CC8CD4547D}"/>
              </a:ext>
            </a:extLst>
          </p:cNvPr>
          <p:cNvSpPr txBox="1"/>
          <p:nvPr/>
        </p:nvSpPr>
        <p:spPr>
          <a:xfrm>
            <a:off x="7609976" y="23940"/>
            <a:ext cx="421803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256-PSK Simulation Summary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simulates </a:t>
            </a:r>
            <a:r>
              <a:rPr lang="en-US" sz="1600" b="1" dirty="0"/>
              <a:t>256-PSK modulation</a:t>
            </a:r>
            <a:r>
              <a:rPr lang="en-US" sz="1600" dirty="0"/>
              <a:t> at </a:t>
            </a:r>
            <a:r>
              <a:rPr lang="en-US" sz="1600" b="1" dirty="0"/>
              <a:t>Eb/No = 25 dB</a:t>
            </a:r>
            <a:r>
              <a:rPr lang="en-US" sz="1600" dirty="0"/>
              <a:t> (high SNR).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Block diagram includes </a:t>
            </a:r>
            <a:r>
              <a:rPr lang="en-US" sz="1600" b="1" dirty="0"/>
              <a:t>encoding, modulation, AWGN channel, demodulation</a:t>
            </a:r>
            <a:r>
              <a:rPr lang="en-US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Labels like </a:t>
            </a:r>
            <a:r>
              <a:rPr lang="en-US" sz="1600" i="1" dirty="0"/>
              <a:t>"</a:t>
            </a:r>
            <a:r>
              <a:rPr lang="en-US" sz="1600" i="1" dirty="0" err="1"/>
              <a:t>img</a:t>
            </a:r>
            <a:r>
              <a:rPr lang="en-US" sz="1600" i="1" dirty="0"/>
              <a:t> → ASCII"</a:t>
            </a:r>
            <a:r>
              <a:rPr lang="en-US" sz="1600" dirty="0"/>
              <a:t>, </a:t>
            </a:r>
            <a:r>
              <a:rPr lang="en-US" sz="1600" i="1" dirty="0"/>
              <a:t>"TLMWA 256-PSK"</a:t>
            </a:r>
            <a:r>
              <a:rPr lang="en-US" sz="1600" dirty="0"/>
              <a:t>, </a:t>
            </a:r>
            <a:r>
              <a:rPr lang="en-US" sz="1600" i="1" dirty="0"/>
              <a:t>"WAWFLP 256-PSK"</a:t>
            </a:r>
            <a:r>
              <a:rPr lang="en-US" sz="1600" dirty="0"/>
              <a:t> indicate conversion and modulation stages.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Error rate very low (6.4031e-5)</a:t>
            </a:r>
            <a:r>
              <a:rPr lang="en-US" sz="1600" dirty="0"/>
              <a:t> → system performs strongly in low-noise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Transmitted constellation</a:t>
            </a:r>
            <a:r>
              <a:rPr lang="en-US" sz="1600" dirty="0"/>
              <a:t> shows ideal 256 phase states in a circle.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Received constellation</a:t>
            </a:r>
            <a:r>
              <a:rPr lang="en-US" sz="1600" dirty="0"/>
              <a:t> is slightly scattered but closely matches transmitted signal → minimal distortion.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Visuals confirm the system's </a:t>
            </a:r>
            <a:r>
              <a:rPr lang="en-US" sz="1600" b="1" dirty="0"/>
              <a:t>high accuracy and noise resilience</a:t>
            </a:r>
            <a:r>
              <a:rPr lang="en-US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Note mentions model built in </a:t>
            </a:r>
            <a:r>
              <a:rPr lang="en-US" sz="1600" b="1" dirty="0"/>
              <a:t>older software version (upgrade issue)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1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8A5C05-6B02-4978-D399-931B2E43F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016343"/>
              </p:ext>
            </p:extLst>
          </p:nvPr>
        </p:nvGraphicFramePr>
        <p:xfrm>
          <a:off x="860568" y="836695"/>
          <a:ext cx="6537960" cy="75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1330410210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713884475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636131054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988874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Eb/No(dB)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Error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85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0.468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595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0.254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432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013208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CB484C5A-2F74-C0DD-13D1-D832FAE8A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12" y="463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256-PSK: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Table-2: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DD9011C-9FE9-04DB-1F1A-000816CB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84" y="15908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21BC5D6-E9A1-3FC6-F582-4869B0C69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0456204"/>
              </p:ext>
            </p:extLst>
          </p:nvPr>
        </p:nvGraphicFramePr>
        <p:xfrm>
          <a:off x="452284" y="15908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7">
            <a:extLst>
              <a:ext uri="{FF2B5EF4-FFF2-40B4-BE49-F238E27FC236}">
                <a16:creationId xmlns:a16="http://schemas.microsoft.com/office/drawing/2014/main" id="{6BA7A720-EF7F-6920-F94F-24BBFE22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84" y="4334023"/>
            <a:ext cx="359906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Fig-</a:t>
            </a:r>
            <a:r>
              <a:rPr lang="en-US" alt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BER vs 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Eb/No(dB)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256 PSK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1DD0BB-55D5-3A56-4D4F-0FA9FCA392ED}"/>
              </a:ext>
            </a:extLst>
          </p:cNvPr>
          <p:cNvSpPr txBox="1"/>
          <p:nvPr/>
        </p:nvSpPr>
        <p:spPr>
          <a:xfrm>
            <a:off x="5338916" y="2048023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1.Modulation used:</a:t>
            </a:r>
            <a:r>
              <a:rPr lang="en-US" dirty="0"/>
              <a:t> 256-PSK. </a:t>
            </a:r>
          </a:p>
          <a:p>
            <a:pPr lvl="0"/>
            <a:r>
              <a:rPr lang="en-US" b="1" dirty="0"/>
              <a:t>2.Eb/No values:</a:t>
            </a:r>
            <a:r>
              <a:rPr lang="en-US" dirty="0"/>
              <a:t> 25 dB, 30 dB, and 37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3.BER at 25 dB:</a:t>
            </a:r>
            <a:r>
              <a:rPr lang="en-US" dirty="0"/>
              <a:t> 0.468 (high error). </a:t>
            </a:r>
          </a:p>
          <a:p>
            <a:pPr lvl="0"/>
            <a:r>
              <a:rPr lang="en-US" b="1" dirty="0"/>
              <a:t>4.BER at 30 dB:</a:t>
            </a:r>
            <a:r>
              <a:rPr lang="en-US" dirty="0"/>
              <a:t> 0.254 (moderate error). </a:t>
            </a:r>
          </a:p>
          <a:p>
            <a:pPr lvl="0"/>
            <a:r>
              <a:rPr lang="en-US" b="1" dirty="0"/>
              <a:t>5.BER at 37 dB:</a:t>
            </a:r>
            <a:r>
              <a:rPr lang="en-US" dirty="0"/>
              <a:t> 0.000 (no error). </a:t>
            </a:r>
          </a:p>
          <a:p>
            <a:pPr lvl="0"/>
            <a:r>
              <a:rPr lang="en-US" b="1" dirty="0"/>
              <a:t>6.Conclusion:</a:t>
            </a:r>
            <a:r>
              <a:rPr lang="en-US" dirty="0"/>
              <a:t> Higher Eb/No gives better signal quality and fewer errors.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38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4B4CDB-1E8D-BF69-9BD5-7FAD09789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43" y="304800"/>
            <a:ext cx="6392863" cy="271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E830EE-0C7E-9173-EA8B-35A9BB73A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44" y="3080137"/>
            <a:ext cx="6408738" cy="259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3D50C23-E1E0-7830-205D-A3E73D34B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155" y="2943195"/>
            <a:ext cx="139820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Fig7: Block diagram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54ABB9-78B7-F920-BBFE-9B5BF2BEF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60" y="5656233"/>
            <a:ext cx="336194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</a:t>
            </a:r>
            <a:r>
              <a:rPr lang="en-US" altLang="en-US" sz="12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87D20-522B-C1FC-039A-93277B23DCDE}"/>
              </a:ext>
            </a:extLst>
          </p:cNvPr>
          <p:cNvSpPr txBox="1"/>
          <p:nvPr/>
        </p:nvSpPr>
        <p:spPr>
          <a:xfrm>
            <a:off x="285134" y="304800"/>
            <a:ext cx="1347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256-QAM: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C5497-F4B1-0E58-2B6B-B11FD7C25682}"/>
              </a:ext>
            </a:extLst>
          </p:cNvPr>
          <p:cNvSpPr txBox="1"/>
          <p:nvPr/>
        </p:nvSpPr>
        <p:spPr>
          <a:xfrm>
            <a:off x="7983794" y="383458"/>
            <a:ext cx="392307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256-QAM System Simulation (Eb/No = 25 dB)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The simulation models a 256-QAM digital communication system with </a:t>
            </a:r>
            <a:r>
              <a:rPr lang="en-US" sz="1400" b="1" dirty="0"/>
              <a:t>high SNR (Eb/No = 25 dB)</a:t>
            </a:r>
            <a:r>
              <a:rPr lang="en-US" sz="1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Block diagram</a:t>
            </a:r>
            <a:r>
              <a:rPr lang="en-US" sz="1400" dirty="0"/>
              <a:t> includes transmitter, AWGN channel, and receiver showing the signal 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AWGN channel</a:t>
            </a:r>
            <a:r>
              <a:rPr lang="en-US" sz="1400" dirty="0"/>
              <a:t> introduces moderate noise for realistic transmission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Transmitted constellation</a:t>
            </a:r>
            <a:r>
              <a:rPr lang="en-US" sz="1400" dirty="0"/>
              <a:t> shows ideal 256-QAM symbol positions (unique amplitude &amp; phase pairs).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Received constellation</a:t>
            </a:r>
            <a:r>
              <a:rPr lang="en-US" sz="1400" dirty="0"/>
              <a:t> demonstrates minimal noise distortion; points closely match transmitted 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Visual comparison of constellations verifies the system’s </a:t>
            </a:r>
            <a:r>
              <a:rPr lang="en-US" sz="1400" b="1" dirty="0"/>
              <a:t>accuracy and noise resilience</a:t>
            </a:r>
            <a:r>
              <a:rPr lang="en-US" sz="1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602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CA491C-D91A-5B33-724D-48B0CB403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434351"/>
              </p:ext>
            </p:extLst>
          </p:nvPr>
        </p:nvGraphicFramePr>
        <p:xfrm>
          <a:off x="324957" y="1103531"/>
          <a:ext cx="6537960" cy="75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1844821662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1888894408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57759516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349982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Eb/No(dB)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Error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5629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0.246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372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126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9310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1716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8724A7-506E-F434-9423-5A82FC0D4C46}"/>
              </a:ext>
            </a:extLst>
          </p:cNvPr>
          <p:cNvSpPr txBox="1"/>
          <p:nvPr/>
        </p:nvSpPr>
        <p:spPr>
          <a:xfrm>
            <a:off x="324957" y="244506"/>
            <a:ext cx="274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256-QAM: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indent="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Table-3: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D1FFAA-F327-3C7F-2DCC-161F0CBB7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7484" y="14004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378F0D6-D86B-4459-56D3-9056B67BA3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925437"/>
              </p:ext>
            </p:extLst>
          </p:nvPr>
        </p:nvGraphicFramePr>
        <p:xfrm>
          <a:off x="511278" y="2393518"/>
          <a:ext cx="4547870" cy="277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5D515DAC-F7B4-D825-F077-7F065DE1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5949" y="5319041"/>
            <a:ext cx="46378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Fig-9:BER vs 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Eb/No(dB)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256 QAM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C8FA5-DF43-6BBC-9EA3-F9A703C55D92}"/>
              </a:ext>
            </a:extLst>
          </p:cNvPr>
          <p:cNvSpPr txBox="1"/>
          <p:nvPr/>
        </p:nvSpPr>
        <p:spPr>
          <a:xfrm>
            <a:off x="5417574" y="2463455"/>
            <a:ext cx="60566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Modulation Type:</a:t>
            </a:r>
            <a:r>
              <a:rPr lang="en-US" dirty="0"/>
              <a:t> 256-QAM (Quadrature Amplitude Modulation).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Eb/No Range:</a:t>
            </a:r>
            <a:r>
              <a:rPr lang="en-US" dirty="0"/>
              <a:t> Graph shows Eb/No values from 5 dB to 30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BER Trend:</a:t>
            </a:r>
            <a:r>
              <a:rPr lang="en-US" dirty="0"/>
              <a:t> Bit Error Rate decreases as Eb/No increases.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At Eb/No = 20 dB:</a:t>
            </a:r>
            <a:r>
              <a:rPr lang="en-US" dirty="0"/>
              <a:t> BER is approximately 0.15.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High BER at Low Eb/No:</a:t>
            </a:r>
            <a:r>
              <a:rPr lang="en-US" dirty="0"/>
              <a:t> BER is highest (~0.3) at 5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Low BER at High Eb/No:</a:t>
            </a:r>
            <a:r>
              <a:rPr lang="en-US" dirty="0"/>
              <a:t> BER drops below 0.05 at 30 dB, indicating better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9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1" descr="A diagram of a computer&#10;&#10;AI-generated content may be incorrect.">
            <a:extLst>
              <a:ext uri="{FF2B5EF4-FFF2-40B4-BE49-F238E27FC236}">
                <a16:creationId xmlns:a16="http://schemas.microsoft.com/office/drawing/2014/main" id="{102CB599-9628-EA31-0BEF-57CE99585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173" y="217103"/>
            <a:ext cx="6400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Picture 2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D531BA0-2513-B0E8-2FAF-FFD8BC5F0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41" y="2917319"/>
            <a:ext cx="6408738" cy="323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32B486E3-46BA-1E41-563E-1085965D4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3" y="2710241"/>
            <a:ext cx="15232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Fig-10: Block diagram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AE6DD1-D174-B1BA-46F9-43B60D2A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2" y="6132699"/>
            <a:ext cx="57488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77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77888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	Fig-11: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4841B-3AE6-E402-DFA8-75886CBD32A0}"/>
              </a:ext>
            </a:extLst>
          </p:cNvPr>
          <p:cNvSpPr txBox="1"/>
          <p:nvPr/>
        </p:nvSpPr>
        <p:spPr>
          <a:xfrm>
            <a:off x="334297" y="235974"/>
            <a:ext cx="1297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128-QAM: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4E06E-1556-5B14-ACDF-4BFEE5B91390}"/>
              </a:ext>
            </a:extLst>
          </p:cNvPr>
          <p:cNvSpPr txBox="1"/>
          <p:nvPr/>
        </p:nvSpPr>
        <p:spPr>
          <a:xfrm>
            <a:off x="8032955" y="363794"/>
            <a:ext cx="39820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128-QAM System at Eb/No = 25 dB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system uses </a:t>
            </a:r>
            <a:r>
              <a:rPr lang="en-US" b="1" dirty="0"/>
              <a:t>128-QAM modulation</a:t>
            </a:r>
            <a:r>
              <a:rPr lang="en-US" dirty="0"/>
              <a:t> with high signal-to-noise ratio (SNR).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Block diagram</a:t>
            </a:r>
            <a:r>
              <a:rPr lang="en-US" dirty="0"/>
              <a:t> includes QAM modulator, AWGN channel, and QAM demodulator.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Transmitted constellation</a:t>
            </a:r>
            <a:r>
              <a:rPr lang="en-US" dirty="0"/>
              <a:t> shows ideal grid of 128 symbol points (amplitude + phase combinations).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Received constellation</a:t>
            </a:r>
            <a:r>
              <a:rPr lang="en-US" dirty="0"/>
              <a:t> shows minor distortion due to noise, but points stay near targets.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System demonstrates </a:t>
            </a:r>
            <a:r>
              <a:rPr lang="en-US" b="1" dirty="0"/>
              <a:t>good fidelity</a:t>
            </a:r>
            <a:r>
              <a:rPr lang="en-US" dirty="0"/>
              <a:t> and </a:t>
            </a:r>
            <a:r>
              <a:rPr lang="en-US" b="1" dirty="0"/>
              <a:t>low error rate</a:t>
            </a:r>
            <a:r>
              <a:rPr lang="en-US" dirty="0"/>
              <a:t> at this noise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B293A-F6F4-1E2C-7A3C-542325654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24164"/>
              </p:ext>
            </p:extLst>
          </p:nvPr>
        </p:nvGraphicFramePr>
        <p:xfrm>
          <a:off x="133791" y="731814"/>
          <a:ext cx="6537960" cy="75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3874817064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189253862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632144640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440823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Eb/No(dB)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Error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520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0.032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4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0.056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0344285"/>
                  </a:ext>
                </a:extLst>
              </a:tr>
            </a:tbl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F59219F7-8EE4-714F-08FF-13CA48BD2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945" y="454815"/>
            <a:ext cx="6896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8585E7-60CA-C121-D84A-A634AD1FDA8C}"/>
              </a:ext>
            </a:extLst>
          </p:cNvPr>
          <p:cNvSpPr txBox="1"/>
          <p:nvPr/>
        </p:nvSpPr>
        <p:spPr>
          <a:xfrm>
            <a:off x="-230944" y="556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128-QAM: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Table-4</a:t>
            </a:r>
            <a:endParaRPr lang="en-US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29D2D096-B2A3-D683-5EFD-6F59D2416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57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1B7D542-51DA-E09A-DDAC-4530B1853A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650329"/>
              </p:ext>
            </p:extLst>
          </p:nvPr>
        </p:nvGraphicFramePr>
        <p:xfrm>
          <a:off x="0" y="151577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7">
            <a:extLst>
              <a:ext uri="{FF2B5EF4-FFF2-40B4-BE49-F238E27FC236}">
                <a16:creationId xmlns:a16="http://schemas.microsoft.com/office/drawing/2014/main" id="{F751FADB-87A0-71D5-5294-DACDC190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8184" y="4150312"/>
            <a:ext cx="459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Fig12-:BER vs Eb/No(dB) For 128 QAM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4B5EE2-448B-38C4-3E3A-21B7B208F562}"/>
              </a:ext>
            </a:extLst>
          </p:cNvPr>
          <p:cNvSpPr txBox="1"/>
          <p:nvPr/>
        </p:nvSpPr>
        <p:spPr>
          <a:xfrm>
            <a:off x="5865056" y="2299740"/>
            <a:ext cx="44183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128-QAM modulation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Modulation Type:</a:t>
            </a:r>
            <a:r>
              <a:rPr lang="en-US" dirty="0"/>
              <a:t> 128-QAM. </a:t>
            </a:r>
          </a:p>
          <a:p>
            <a:pPr lvl="0"/>
            <a:r>
              <a:rPr lang="en-US" b="1" dirty="0"/>
              <a:t>Eb/No Values:</a:t>
            </a:r>
            <a:r>
              <a:rPr lang="en-US" dirty="0"/>
              <a:t> 20 dB, 22 dB, and 25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BER at 25 dB:</a:t>
            </a:r>
            <a:r>
              <a:rPr lang="en-US" dirty="0"/>
              <a:t> 0 (no error). </a:t>
            </a:r>
          </a:p>
          <a:p>
            <a:pPr lvl="0"/>
            <a:r>
              <a:rPr lang="en-US" b="1" dirty="0"/>
              <a:t>BER at 22 dB:</a:t>
            </a:r>
            <a:r>
              <a:rPr lang="en-US" dirty="0"/>
              <a:t> 0.032 with 4 symbol errors. </a:t>
            </a:r>
          </a:p>
          <a:p>
            <a:pPr lvl="0"/>
            <a:r>
              <a:rPr lang="en-US" b="1" dirty="0"/>
              <a:t>BER at 20 dB:</a:t>
            </a:r>
            <a:r>
              <a:rPr lang="en-US" dirty="0"/>
              <a:t> 0.056 with 7 symbol errors.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91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F285F77-DB16-6736-4B18-878449E9C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2955" y="1769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256-PAM: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Picture 27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9DD681A-1C59-F9AE-0F6B-CC599B8A8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23" y="0"/>
            <a:ext cx="6400800" cy="246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89157FAC-CD52-5AD4-218A-0A23386F0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653" y="2637605"/>
            <a:ext cx="19849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Fig-13: Block diagram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171A12-B48B-E93B-975A-B60429E8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10" y="23204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8" name="Picture 2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145B4D3-F905-3794-7669-7FED3029A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10" y="2871350"/>
            <a:ext cx="6408738" cy="28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3473C975-EB04-7A92-4B56-1AB7F1AAA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251" y="5786382"/>
            <a:ext cx="34404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Fig-14: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51920-42C7-C304-ADDD-6581632D4CD2}"/>
              </a:ext>
            </a:extLst>
          </p:cNvPr>
          <p:cNvSpPr txBox="1"/>
          <p:nvPr/>
        </p:nvSpPr>
        <p:spPr>
          <a:xfrm>
            <a:off x="7590503" y="176980"/>
            <a:ext cx="41885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256-PAM System at Eb/No = 25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system uses </a:t>
            </a:r>
            <a:r>
              <a:rPr lang="en-US" b="1" dirty="0"/>
              <a:t>256-Pulse Amplitude Modulation</a:t>
            </a:r>
            <a:r>
              <a:rPr lang="en-US" dirty="0"/>
              <a:t>, encoding data with 256 amplitude levels.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Block diagram</a:t>
            </a:r>
            <a:r>
              <a:rPr lang="en-US" dirty="0"/>
              <a:t> shows transmitter, AWGN channel, and error rate calculation for system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High Eb/No (25 dB)</a:t>
            </a:r>
            <a:r>
              <a:rPr lang="en-US" dirty="0"/>
              <a:t> means a strong signal relative to noise (low-noise condition).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Transmitted constellation</a:t>
            </a:r>
            <a:r>
              <a:rPr lang="en-US" dirty="0"/>
              <a:t> shows ideal amplitude levels.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Received constellation</a:t>
            </a:r>
            <a:r>
              <a:rPr lang="en-US" dirty="0"/>
              <a:t> closely matches transmitted points, showing minimal distortion.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System demonstrates </a:t>
            </a:r>
            <a:r>
              <a:rPr lang="en-US" b="1" dirty="0"/>
              <a:t>high reliability and low error rate</a:t>
            </a:r>
            <a:r>
              <a:rPr lang="en-US" dirty="0"/>
              <a:t> at this SNR.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8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55981E-DF37-73F1-FA24-7A365C66D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37470"/>
              </p:ext>
            </p:extLst>
          </p:nvPr>
        </p:nvGraphicFramePr>
        <p:xfrm>
          <a:off x="840904" y="767869"/>
          <a:ext cx="6537960" cy="75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188828055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342701783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954202894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25946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Eb/No(dB)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Error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93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0.69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160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0.206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0700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35589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3AE14F-8B5E-815C-DA47-5391BFAE4B7B}"/>
              </a:ext>
            </a:extLst>
          </p:cNvPr>
          <p:cNvSpPr txBox="1"/>
          <p:nvPr/>
        </p:nvSpPr>
        <p:spPr>
          <a:xfrm>
            <a:off x="1946788" y="15949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Table-5: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B7874BF-DF38-36C2-0E11-B7F95ADE7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84" y="19523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A30BE2B-66F3-C42E-FC46-B59D3ED8FC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109157"/>
              </p:ext>
            </p:extLst>
          </p:nvPr>
        </p:nvGraphicFramePr>
        <p:xfrm>
          <a:off x="757084" y="195232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BB2EA6A1-C4EB-C5A0-B164-EFF707411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75877"/>
            <a:ext cx="478400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Fig-</a:t>
            </a:r>
            <a:r>
              <a:rPr lang="en-US" alt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 vs Eb/No(dB) For 256 PAM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E85BF-FB6D-B78D-8FCE-AFA30C7CB72B}"/>
              </a:ext>
            </a:extLst>
          </p:cNvPr>
          <p:cNvSpPr txBox="1"/>
          <p:nvPr/>
        </p:nvSpPr>
        <p:spPr>
          <a:xfrm>
            <a:off x="6184489" y="2394631"/>
            <a:ext cx="47489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Modulation Type:</a:t>
            </a:r>
            <a:r>
              <a:rPr lang="en-US" dirty="0"/>
              <a:t> 256-PAM (Pulse Amplitude Modulation).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Eb/No Values:</a:t>
            </a:r>
            <a:r>
              <a:rPr lang="en-US" dirty="0"/>
              <a:t> 25 dB, 40 dB, and 49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25 dB:</a:t>
            </a:r>
            <a:r>
              <a:rPr lang="en-US" dirty="0"/>
              <a:t> 0.69 with 87 symbol errors (very high error).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40 dB:</a:t>
            </a:r>
            <a:r>
              <a:rPr lang="en-US" dirty="0"/>
              <a:t> 0.206 with 26 errors (improved performance).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49 dB:</a:t>
            </a:r>
            <a:r>
              <a:rPr lang="en-US" dirty="0"/>
              <a:t> 0 with 0 errors (perfect transmission).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7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4921B16-403A-6358-B141-7D0B0143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1" y="784225"/>
            <a:ext cx="6400800" cy="237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FA5160-CE9C-0444-D3E4-70D9AD8CA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1" y="3611563"/>
            <a:ext cx="6392863" cy="278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5F21545C-99B3-E646-365F-B1BE91AF4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91" y="3270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128-PAM: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Eb/No = 25-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AA8A1DC-F362-A69E-3235-EE0D7A426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91" y="3105964"/>
            <a:ext cx="198490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Fig-16: Block diagram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4B9D41-A51C-28ED-C188-973B0A683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47" y="6400800"/>
            <a:ext cx="34404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Fig-17: Transmitted &amp; Received Constellation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93119-C45A-ABDD-A065-CC6F208A78F7}"/>
              </a:ext>
            </a:extLst>
          </p:cNvPr>
          <p:cNvSpPr txBox="1"/>
          <p:nvPr/>
        </p:nvSpPr>
        <p:spPr>
          <a:xfrm>
            <a:off x="6990735" y="481781"/>
            <a:ext cx="48079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128-PAM System at Eb/No = 20 dB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The system uses </a:t>
            </a:r>
            <a:r>
              <a:rPr lang="en-US" b="1" dirty="0"/>
              <a:t>128 amplitude levels</a:t>
            </a:r>
            <a:r>
              <a:rPr lang="en-US" dirty="0"/>
              <a:t> for high data rates.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AWGN channel</a:t>
            </a:r>
            <a:r>
              <a:rPr lang="en-US" dirty="0"/>
              <a:t> adds noise to simulate real transmission conditions.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Eb/No = 20 dB</a:t>
            </a:r>
            <a:r>
              <a:rPr lang="en-US" dirty="0"/>
              <a:t> represents a moderately strong signal-to-noise ratio.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Transmitted constellation</a:t>
            </a:r>
            <a:r>
              <a:rPr lang="en-US" dirty="0"/>
              <a:t> shows ideal, evenly spaced amplitude levels.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Received constellation</a:t>
            </a:r>
            <a:r>
              <a:rPr lang="en-US" dirty="0"/>
              <a:t> shows signal points scattered due to noise.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Noise causes moderate errors; helps evaluate system performance.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Error rate module</a:t>
            </a:r>
            <a:r>
              <a:rPr lang="en-US" dirty="0"/>
              <a:t> and diagrams visualize the impact of noise.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25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F180D7-069F-4D3B-7B1F-268D00D71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80380"/>
              </p:ext>
            </p:extLst>
          </p:nvPr>
        </p:nvGraphicFramePr>
        <p:xfrm>
          <a:off x="634427" y="915353"/>
          <a:ext cx="6537960" cy="75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1926956314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958019595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1241249540"/>
                    </a:ext>
                  </a:extLst>
                </a:gridCol>
                <a:gridCol w="1634490">
                  <a:extLst>
                    <a:ext uri="{9D8B030D-6E8A-4147-A177-3AD203B41FA5}">
                      <a16:colId xmlns:a16="http://schemas.microsoft.com/office/drawing/2014/main" val="3218354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Eb/No(dB)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Error Symbol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54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25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0.587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02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0.159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752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13952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4EEC8C-A547-485A-60E0-32AC80AA357A}"/>
              </a:ext>
            </a:extLst>
          </p:cNvPr>
          <p:cNvSpPr txBox="1"/>
          <p:nvPr/>
        </p:nvSpPr>
        <p:spPr>
          <a:xfrm>
            <a:off x="412955" y="2690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128-PAM: 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Table-6: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E6004EBC-CB0A-D273-1DF9-4D1E44239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5" y="16694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6E5CAC9-EBFB-EF61-6419-E43D1C97D1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102802"/>
              </p:ext>
            </p:extLst>
          </p:nvPr>
        </p:nvGraphicFramePr>
        <p:xfrm>
          <a:off x="412955" y="16694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7">
            <a:extLst>
              <a:ext uri="{FF2B5EF4-FFF2-40B4-BE49-F238E27FC236}">
                <a16:creationId xmlns:a16="http://schemas.microsoft.com/office/drawing/2014/main" id="{4A5F1EDE-3FB8-3CBA-D0DE-361E4664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5" y="4412681"/>
            <a:ext cx="443775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19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Fig-18: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 vs Eb/No(dB) For 128 PAM 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1937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6481B-9BEA-EBDC-016F-5A04845DFC4D}"/>
              </a:ext>
            </a:extLst>
          </p:cNvPr>
          <p:cNvSpPr txBox="1"/>
          <p:nvPr/>
        </p:nvSpPr>
        <p:spPr>
          <a:xfrm>
            <a:off x="5565058" y="2126681"/>
            <a:ext cx="53782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Modulation Type:</a:t>
            </a:r>
            <a:r>
              <a:rPr lang="en-US" dirty="0"/>
              <a:t> 256-PAM (Pulse Amplitude Modulation).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Eb/No Values:</a:t>
            </a:r>
            <a:r>
              <a:rPr lang="en-US" dirty="0"/>
              <a:t> 25 dB, 40 dB, and 49 </a:t>
            </a:r>
            <a:r>
              <a:rPr lang="en-US" dirty="0" err="1"/>
              <a:t>dB.</a:t>
            </a:r>
            <a:r>
              <a:rPr lang="en-US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25 dB:</a:t>
            </a:r>
            <a:r>
              <a:rPr lang="en-US" dirty="0"/>
              <a:t> 0.69 with 87 symbol errors (very high error).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40 dB:</a:t>
            </a:r>
            <a:r>
              <a:rPr lang="en-US" dirty="0"/>
              <a:t> 0.206 with 26 errors (improved performance).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BER at 49 dB:</a:t>
            </a:r>
            <a:r>
              <a:rPr lang="en-US" dirty="0"/>
              <a:t> 0 with 0 errors (perfect transmission).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85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DE9245-8D9C-26EB-5463-77C72F6C6D92}"/>
              </a:ext>
            </a:extLst>
          </p:cNvPr>
          <p:cNvSpPr txBox="1"/>
          <p:nvPr/>
        </p:nvSpPr>
        <p:spPr>
          <a:xfrm>
            <a:off x="1042219" y="511277"/>
            <a:ext cx="93504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DISCUSSION &amp; CONCLUSIONS</a:t>
            </a:r>
            <a:r>
              <a:rPr lang="en-US" dirty="0"/>
              <a:t> :</a:t>
            </a:r>
            <a:endParaRPr lang="en-US" b="1" dirty="0"/>
          </a:p>
          <a:p>
            <a:r>
              <a:rPr lang="en-US" dirty="0"/>
              <a:t>1.Hands-on simulation of digital communication in MATLAB Simulink</a:t>
            </a:r>
            <a:br>
              <a:rPr lang="en-US" dirty="0"/>
            </a:br>
            <a:r>
              <a:rPr lang="en-US" dirty="0"/>
              <a:t> 2.Symbolic message transmitted using multiple modulation schemes</a:t>
            </a:r>
            <a:br>
              <a:rPr lang="en-US" dirty="0"/>
            </a:br>
            <a:r>
              <a:rPr lang="en-US" dirty="0"/>
              <a:t> 3.AWGN channel applied to test performance under noise</a:t>
            </a:r>
            <a:br>
              <a:rPr lang="en-US" dirty="0"/>
            </a:br>
            <a:r>
              <a:rPr lang="en-US" dirty="0"/>
              <a:t> 4.Evaluated BER for 128/256-PAM, 128/256-PSK, 128/256-QAM</a:t>
            </a:r>
            <a:br>
              <a:rPr lang="en-US" dirty="0"/>
            </a:br>
            <a:r>
              <a:rPr lang="en-US" dirty="0"/>
              <a:t>5.Compared Eb/No thresholds for six modulation types</a:t>
            </a:r>
            <a:br>
              <a:rPr lang="en-US" dirty="0"/>
            </a:br>
            <a:r>
              <a:rPr lang="en-US" dirty="0"/>
              <a:t> 6.Observed trade-offs between modulation order and noise resilience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28AED-B61E-C925-193B-D84A2B3BC505}"/>
              </a:ext>
            </a:extLst>
          </p:cNvPr>
          <p:cNvSpPr txBox="1"/>
          <p:nvPr/>
        </p:nvSpPr>
        <p:spPr>
          <a:xfrm>
            <a:off x="1189703" y="2973978"/>
            <a:ext cx="92029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Overview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Text message encoded into ASCII and reshaped for modulation.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Applied various baseband modulation techniques separately.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Signals transmitted through AWGN channel with varying Eb/No.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Demodulation and ASCII recovery performed to verify accuracy.</a:t>
            </a:r>
          </a:p>
          <a:p>
            <a:r>
              <a:rPr lang="en-US" b="1" dirty="0"/>
              <a:t>Observations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Higher-order modulation: better spectral efficiency, more noise sensitive.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Lower-order modulation: more robust to noise, uses more bandwidth.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303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DE589E-AC4A-5C07-9E00-9E283840D4FE}"/>
              </a:ext>
            </a:extLst>
          </p:cNvPr>
          <p:cNvSpPr txBox="1"/>
          <p:nvPr/>
        </p:nvSpPr>
        <p:spPr>
          <a:xfrm>
            <a:off x="1391478" y="496957"/>
            <a:ext cx="77227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Performance Summary:</a:t>
            </a:r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128-QAM &amp; 256-QAM:</a:t>
            </a:r>
            <a:r>
              <a:rPr lang="en-US" dirty="0"/>
              <a:t> Achieved BER = 0 at Eb/No = 25 dB → excellent noise resilience and spectral efficiency.</a:t>
            </a:r>
            <a:br>
              <a:rPr lang="en-US" dirty="0"/>
            </a:br>
            <a:r>
              <a:rPr lang="en-US" dirty="0"/>
              <a:t> QAM schemes are ideal for high data throughput in practical systems.</a:t>
            </a:r>
            <a:br>
              <a:rPr lang="en-US" dirty="0"/>
            </a:br>
            <a:r>
              <a:rPr lang="en-US" dirty="0"/>
              <a:t> 2.</a:t>
            </a:r>
            <a:r>
              <a:rPr lang="en-US" b="1" dirty="0"/>
              <a:t>256-PAM:</a:t>
            </a:r>
            <a:r>
              <a:rPr lang="en-US" dirty="0"/>
              <a:t> Required Eb/No = 49 dB for zero BER → highly power-sensitive.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128-PAM:</a:t>
            </a:r>
            <a:r>
              <a:rPr lang="en-US" dirty="0"/>
              <a:t> Needed Eb/No = 40 dB → also vulnerable to amplitude noise.</a:t>
            </a:r>
            <a:br>
              <a:rPr lang="en-US" dirty="0"/>
            </a:br>
            <a:r>
              <a:rPr lang="en-US" dirty="0"/>
              <a:t> PAM performance drops due to amplitude distortion at high levels.</a:t>
            </a:r>
            <a:br>
              <a:rPr lang="en-US" dirty="0"/>
            </a:br>
            <a:r>
              <a:rPr lang="en-US" dirty="0"/>
              <a:t>3. </a:t>
            </a:r>
            <a:r>
              <a:rPr lang="en-US" b="1" dirty="0"/>
              <a:t>128-PSK:</a:t>
            </a:r>
            <a:r>
              <a:rPr lang="en-US" dirty="0"/>
              <a:t> Zero BER at Eb/No = 25 dB → good balance of performance.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256-PSK:</a:t>
            </a:r>
            <a:r>
              <a:rPr lang="en-US" dirty="0"/>
              <a:t> Needed Eb/No = 37 dB → more sensitive to phase jitter at higher orders.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1D039-4D21-A4EA-3C04-239E121116A6}"/>
              </a:ext>
            </a:extLst>
          </p:cNvPr>
          <p:cNvSpPr txBox="1"/>
          <p:nvPr/>
        </p:nvSpPr>
        <p:spPr>
          <a:xfrm>
            <a:off x="1262270" y="3636278"/>
            <a:ext cx="84085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 Encountered: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Used PAM blocks for ASK; required theoretical justification via model comparison.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Calibrating Eb/No in AWGN block to match target SNR was complex.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Incorrect symbol mapping in PSK/QAM caused high error rates; resolved with Gray coding.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Interpreting noisy constellation diagrams deepened understanding of impairments.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Tuning signal power and symbol rate was critical for meaningful Eb/No values.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Manual comparison at low SNR highlighted need for error correction coding.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Linking Simulink behavior to theory was essential for validating configurations.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77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D793A3-493D-3CD5-D6D1-63498F2E9F6D}"/>
              </a:ext>
            </a:extLst>
          </p:cNvPr>
          <p:cNvSpPr txBox="1"/>
          <p:nvPr/>
        </p:nvSpPr>
        <p:spPr>
          <a:xfrm>
            <a:off x="1798983" y="834887"/>
            <a:ext cx="91738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Concluding Remarks</a:t>
            </a:r>
          </a:p>
          <a:p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Objectives achieved; trade-offs between modulation order, power, and noise resilience explored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Simulations validated theory; revealed practical digital modulation issues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QAM:</a:t>
            </a:r>
            <a:r>
              <a:rPr lang="en-US" dirty="0"/>
              <a:t> Best for high data rate + limited bandwidth (needs high SNR)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PSK:</a:t>
            </a:r>
            <a:r>
              <a:rPr lang="en-US" dirty="0"/>
              <a:t> Good noise immunity + moderate bandwidth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PAM:</a:t>
            </a:r>
            <a:r>
              <a:rPr lang="en-US" dirty="0"/>
              <a:t> Only for high-SNR channels (prone to amplitude distortion)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Digital modulation design = balance of speed, power, accuracy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Future work: Add channel coding, fading, real-time signals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202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A5490-D077-2017-52B8-B347404CAF17}"/>
              </a:ext>
            </a:extLst>
          </p:cNvPr>
          <p:cNvSpPr txBox="1"/>
          <p:nvPr/>
        </p:nvSpPr>
        <p:spPr>
          <a:xfrm>
            <a:off x="4184373" y="2534479"/>
            <a:ext cx="879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876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2357</Words>
  <Application>Microsoft Office PowerPoint</Application>
  <PresentationFormat>Widescreen</PresentationFormat>
  <Paragraphs>283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Subita Anonna</dc:creator>
  <cp:lastModifiedBy>Subita Anonna</cp:lastModifiedBy>
  <cp:revision>2</cp:revision>
  <dcterms:created xsi:type="dcterms:W3CDTF">2025-06-25T12:45:51Z</dcterms:created>
  <dcterms:modified xsi:type="dcterms:W3CDTF">2025-12-09T14:33:07Z</dcterms:modified>
</cp:coreProperties>
</file>